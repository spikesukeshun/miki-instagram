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iragino Kaku Gothic Pro"/>
              </a:rPr>
              <a:t>Instagram インサイト分析レポート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2026年4月14日  |  全391投稿分析（ライブAPIデータ）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57607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Hiragino Kaku Gothic Pro"/>
              </a:rPr>
              <a:t>MIKIのエステInstagramアカウント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アカウント概要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2026年4月14日時点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560320" cy="91440"/>
          </a:xfrm>
          <a:prstGeom prst="rect">
            <a:avLst/>
          </a:prstGeom>
          <a:solidFill>
            <a:srgbClr val="8B6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総投稿数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691A"/>
                </a:solidFill>
                <a:latin typeface="Hiragino Kaku Gothic Pro"/>
              </a:rPr>
              <a:t>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560320" cy="9144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最高いいね数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8C5C"/>
                </a:solidFill>
                <a:latin typeface="Hiragino Kaku Gothic Pro"/>
              </a:rPr>
              <a:t>451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560320" cy="9144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最高リーチ数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6E9A"/>
                </a:solidFill>
                <a:latin typeface="Hiragino Kaku Gothic Pro"/>
              </a:rPr>
              <a:t>937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371600"/>
            <a:ext cx="2560320" cy="914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最高保存数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9A96E"/>
                </a:solidFill>
                <a:latin typeface="Hiragino Kaku Gothic Pro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691A"/>
                </a:solidFill>
                <a:latin typeface="Hiragino Kaku Gothic Pro"/>
              </a:rPr>
              <a:t>📌 いいね最高投稿（2023-02-01）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520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自己語り投稿「今日は誰も興味のない、自分語りです（笑）」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691A"/>
                </a:solidFill>
                <a:latin typeface="Hiragino Kaku Gothic Pro"/>
              </a:rPr>
              <a:t>📌 リーチ最高投稿（2024-06-18）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343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プライベート投稿「久々のプライベート😊」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691A"/>
                </a:solidFill>
                <a:latin typeface="Hiragino Kaku Gothic Pro"/>
              </a:rPr>
              <a:t>📌 保存最高投稿（2023-02-01）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66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同上の自己語り投稿（いいね・リーチ・保存すべてトップ）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テーマ別パフォーマンス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平均いいね数・投稿比率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ライフスタイル
・自己語り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41732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23160" y="1417320"/>
            <a:ext cx="5468112" cy="36576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8C5C"/>
                </a:solidFill>
                <a:latin typeface="Hiragino Kaku Gothic Pro"/>
              </a:rPr>
              <a:t>平均 29.9いいね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74投稿（19.1%）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46888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468880"/>
            <a:ext cx="3712464" cy="36576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6E9A"/>
                </a:solidFill>
                <a:latin typeface="Hiragino Kaku Gothic Pro"/>
              </a:rPr>
              <a:t>平均 20.3いいね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30投稿（7.7%）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ご褒美エステ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352044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3520440"/>
            <a:ext cx="3108960" cy="3657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E"/>
                </a:solidFill>
                <a:latin typeface="Hiragino Kaku Gothic Pro"/>
              </a:rPr>
              <a:t>平均 17.0いいね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7投稿（1.8%）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メニュー・
サービス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457200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3160" y="4572000"/>
            <a:ext cx="2157984" cy="365760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4A4A"/>
                </a:solidFill>
                <a:latin typeface="Hiragino Kaku Gothic Pro"/>
              </a:rPr>
              <a:t>平均 11.8いいね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211投稿（54.0%）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未分類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562356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5623560"/>
            <a:ext cx="3328416" cy="36576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6B6B"/>
                </a:solidFill>
                <a:latin typeface="Hiragino Kaku Gothic Pro"/>
              </a:rPr>
              <a:t>平均 18.2いいね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69投稿（17.6%）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11247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91A"/>
                </a:solidFill>
                <a:latin typeface="Hiragino Kaku Gothic Pro"/>
              </a:rPr>
              <a:t>💡  KEY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Hiragino Kaku Gothic Pro"/>
              </a:rPr>
              <a:t>自己語り投稿のいいね平均はメニュー告知の 2.5倍。しかしメニュー告知が投稿全体の 54% を占める — 比率の見直しが急務。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コンテンツタイプ別パフォーマンス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109728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Hiragino Kaku Gothic Pro"/>
              </a:rPr>
              <a:t>🎬  リール動画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投稿数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A8C5C"/>
                </a:solidFill>
                <a:latin typeface="Hiragino Kaku Gothic Pro"/>
              </a:rPr>
              <a:t>67件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全投稿の 17.1%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79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8C5C"/>
                </a:solidFill>
                <a:latin typeface="Hiragino Kaku Gothic Pro"/>
              </a:rPr>
              <a:t>18.6件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474720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Hiragino Kaku Gothic Pro"/>
              </a:rPr>
              <a:t>🖼  カルーセル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011680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投稿数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96E"/>
                </a:solidFill>
                <a:latin typeface="Hiragino Kaku Gothic Pro"/>
              </a:rPr>
              <a:t>260件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全投稿の 66.5%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154679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96E"/>
                </a:solidFill>
                <a:latin typeface="Hiragino Kaku Gothic Pro"/>
              </a:rPr>
              <a:t>17.8件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128016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1280160"/>
            <a:ext cx="3474720" cy="109728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Hiragino Kaku Gothic Pro"/>
              </a:rPr>
              <a:t>📷  単体画像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011680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投稿数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B6B6B"/>
                </a:solidFill>
                <a:latin typeface="Hiragino Kaku Gothic Pro"/>
              </a:rPr>
              <a:t>64件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全投稿の 16.4%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154679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B6B6B"/>
                </a:solidFill>
                <a:latin typeface="Hiragino Kaku Gothic Pro"/>
              </a:rPr>
              <a:t>12.6件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1124712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4A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02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8C5C"/>
                </a:solidFill>
                <a:latin typeface="Hiragino Kaku Gothic Pro"/>
              </a:rPr>
              <a:t>📌  リールは現在67本（17%）と少ないが、平均いいねはカルーセルと同等以上。月1〜2本ペースで増やすとリーチ拡大が期待できる。ストーリーズの過去データはAPI上取得不可（24時間で消滅）。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歴代ベスト投稿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report_20260404.txt より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91440" cy="118872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8C5C"/>
                </a:solidFill>
                <a:latin typeface="Hiragino Kaku Gothic Pro"/>
              </a:rPr>
              <a:t>🥇  いいね 451件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2023-02-01  |  自己語り系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344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「今日は誰も興味のない、自分語りです（笑）」
美容学校時代からのキャリアを語る長文投稿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リーチ720人・保存14件も同時達成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91440" cy="118872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6E9A"/>
                </a:solidFill>
                <a:latin typeface="Hiragino Kaku Gothic Pro"/>
              </a:rPr>
              <a:t>🥈  いいね 378件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2022-08-05  |  プライベート系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6032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「今さら…ほんとに今さらですが（笑）」
2年越しで2人だけの結婚式を挙げたエピソード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788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リーチ744人・保存5件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91440" cy="1188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96E"/>
                </a:solidFill>
                <a:latin typeface="Hiragino Kaku Gothic Pro"/>
              </a:rPr>
              <a:t>👀  リーチ 937人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2024-06-18  |  プライベート系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862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「久々のプライベート😊」
近況報告＋施術スタイルのPR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いいね39件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6636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91440" cy="1188720"/>
          </a:xfrm>
          <a:prstGeom prst="rect">
            <a:avLst/>
          </a:prstGeom>
          <a:solidFill>
            <a:srgbClr val="8B6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691A"/>
                </a:solidFill>
                <a:latin typeface="Hiragino Kaku Gothic Pro"/>
              </a:rPr>
              <a:t>🔖  保存 4件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2022-04-19  |  美容情報系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21208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ヒト幹細胞培養液スキンケアの詳細解説
「その中でも私は〜」と具体的な体験を交えた情報提供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440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リーチ40人（フォロワー限定だが保存率高）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直近10件のトレンド（2026年3月〜4月）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get_recent_insights.py 実行結果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9144000" cy="347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日付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34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タイプ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テーマ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いいね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リーチ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36192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00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未分類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84248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048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048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0482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未分類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32304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4963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496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496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496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496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496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80360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944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29443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2944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32841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392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33924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33924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メニュー・サービス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776472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3080" y="3840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68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840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3840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3840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224528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2885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83080" y="42885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4680" y="42885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メニュー・サービス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288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8C5C"/>
                </a:solidFill>
                <a:latin typeface="Hiragino Kaku Gothic Pro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288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4288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672584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4736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83080" y="4736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80" y="4736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4736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52360" y="4736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4736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5184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5184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54680" y="5184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5080" y="5184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2360" y="5184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640" y="5184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568696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6327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83080" y="56327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54680" y="56327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5632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8C5C"/>
                </a:solidFill>
                <a:latin typeface="Hiragino Kaku Gothic Pro"/>
              </a:rP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360" y="5632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9640" y="5632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75520" y="1188720"/>
            <a:ext cx="21031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1268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91A"/>
                </a:solidFill>
                <a:latin typeface="Hiragino Kaku Gothic Pro"/>
              </a:rPr>
              <a:t>直近サマリー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12680" y="169164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6696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2084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7.2件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696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最多テーマ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30449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自己語り
4/10件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6696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6960" y="4005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2/10件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66960" y="4709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メニュー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66960" y="4965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2/10件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戦略的提言 — 次の投稿に活かすポイント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160020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8C5C"/>
                </a:solidFill>
                <a:latin typeface="Hiragino Kaku Gothic Pro"/>
              </a:rPr>
              <a:t>自己語り投稿を月2〜3本必ず入れる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いいね平均 29.9件（メニュー告知の 2.5倍）。
MIKIのキャリア・体験・価値観を語る長文が最も反応が高い。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02920" cy="1600200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2801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4A4A"/>
                </a:solidFill>
                <a:latin typeface="Hiragino Kaku Gothic Pro"/>
              </a:rPr>
              <a:t>メニュー告知（現在54%）の比率を 40% 以下に下げる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830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最多投稿なのに最低エンゲージメント（平均いいね 11.8件）。
目安: 自己語り 30% / ブライダル 20% / メニュー 40% / 他 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02920" cy="160020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6E9A"/>
                </a:solidFill>
                <a:latin typeface="Hiragino Kaku Gothic Pro"/>
              </a:rPr>
              <a:t>プライベート投稿を月1本入れてリーチを稼ぐ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204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リーチ最高 937人 はシンプルな近況報告投稿。
フォロワー外へのリーチ拡大に有効。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926080"/>
            <a:ext cx="502920" cy="1600200"/>
          </a:xfrm>
          <a:prstGeom prst="rect">
            <a:avLst/>
          </a:prstGeom>
          <a:solidFill>
            <a:srgbClr val="8B6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175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91A"/>
                </a:solidFill>
                <a:latin typeface="Hiragino Kaku Gothic Pro"/>
              </a:rPr>
              <a:t>リールを月1〜2本に増やす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5204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現在67本（17%）。平均いいねはカルーセル以上。
ショートリール（30〜60秒）で新規フォロワー獲得を狙う。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502920" cy="16002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166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5488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E"/>
                </a:solidFill>
                <a:latin typeface="Hiragino Kaku Gothic Pro"/>
              </a:rPr>
              <a:t>キャプション冒頭にキーワードを入れる（SEO対策）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5780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1〜2行目で「30代 肌くすみ」等のテーマキーワードを自然に記述。
3行目から「MIKIです。」で本文スタート。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Kaku Gothic Pro"/>
              </a:rPr>
              <a:t>次回投稿 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6675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キャプション 1〜2行目に検索キーワードが自然に入っているか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冒頭が「⭐️閲覧ありがとう」などのテンプレ告知になっていないか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18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MIKIの体験・感情・視点が伝わる書き出しになっているか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カルーセルのスライドに「保存したくなる情報」があるか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スライド末尾 2枚（slide8 / slide7）は自動追加されているか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801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389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371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絵文字の数は 3〜5個の範囲に収まっているか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1945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3042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CTA（DM受付・初回 20%OFF）が末尾に明記されているか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1089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218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今月の自己語り投稿は済んでいるか（月 2〜3本ペース）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0233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33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スケジュール前に get_recent_insights.py を実行したか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